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ay raj" userId="72c78557a5b0d79b" providerId="LiveId" clId="{DD53FC4B-7DF3-4602-99E7-6EBCA90F9EDE}"/>
    <pc:docChg chg="delSld modSld">
      <pc:chgData name="Akshay raj" userId="72c78557a5b0d79b" providerId="LiveId" clId="{DD53FC4B-7DF3-4602-99E7-6EBCA90F9EDE}" dt="2026-10-03T06:30:52.962" v="1" actId="2696"/>
      <pc:docMkLst>
        <pc:docMk/>
      </pc:docMkLst>
      <pc:sldChg chg="modSp mod">
        <pc:chgData name="Akshay raj" userId="72c78557a5b0d79b" providerId="LiveId" clId="{DD53FC4B-7DF3-4602-99E7-6EBCA90F9EDE}" dt="2026-10-03T06:29:03.148" v="0" actId="1076"/>
        <pc:sldMkLst>
          <pc:docMk/>
          <pc:sldMk cId="0" sldId="256"/>
        </pc:sldMkLst>
        <pc:spChg chg="mod">
          <ac:chgData name="Akshay raj" userId="72c78557a5b0d79b" providerId="LiveId" clId="{DD53FC4B-7DF3-4602-99E7-6EBCA90F9EDE}" dt="2026-10-03T06:29:03.148" v="0" actId="1076"/>
          <ac:spMkLst>
            <pc:docMk/>
            <pc:sldMk cId="0" sldId="256"/>
            <ac:spMk id="13" creationId="{00000000-0000-0000-0000-000000000000}"/>
          </ac:spMkLst>
        </pc:spChg>
      </pc:sldChg>
      <pc:sldChg chg="del">
        <pc:chgData name="Akshay raj" userId="72c78557a5b0d79b" providerId="LiveId" clId="{DD53FC4B-7DF3-4602-99E7-6EBCA90F9EDE}" dt="2026-10-03T06:30:52.962" v="1" actId="2696"/>
        <pc:sldMkLst>
          <pc:docMk/>
          <pc:sldMk cId="0" sldId="265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/>
              <a:t>Example priority ranking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Priority Score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Mouse</c:v>
                </c:pt>
                <c:pt idx="1">
                  <c:v>Keyboard</c:v>
                </c:pt>
                <c:pt idx="2">
                  <c:v>Laptop</c:v>
                </c:pt>
                <c:pt idx="3">
                  <c:v>Monitor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0.36</c:v>
                </c:pt>
                <c:pt idx="1">
                  <c:v>0.28000000000000003</c:v>
                </c:pt>
                <c:pt idx="2">
                  <c:v>0.16</c:v>
                </c:pt>
                <c:pt idx="3">
                  <c:v>0.17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D5-4138-831C-E7AD31F150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4"/>
          <c:min val="0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63640"/>
            <a:ext cx="384048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0" y="6263640"/>
            <a:ext cx="3840480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80960" y="6263640"/>
            <a:ext cx="4507992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503920" y="1143000"/>
            <a:ext cx="2377440" cy="310896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823960" y="1600200"/>
            <a:ext cx="658368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784080" y="1600200"/>
            <a:ext cx="658368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823960" y="2350008"/>
            <a:ext cx="658368" cy="502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784080" y="2350008"/>
            <a:ext cx="658368" cy="502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823960" y="3099815"/>
            <a:ext cx="658368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784080" y="3099815"/>
            <a:ext cx="658368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417320"/>
            <a:ext cx="71323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F8FAFC"/>
                </a:solidFill>
                <a:latin typeface="Aptos Display"/>
              </a:defRPr>
            </a:pPr>
            <a:r>
              <a:t>WAREHOUSE</a:t>
            </a:r>
            <a:br/>
            <a:r>
              <a:t>INVENTORY OPTIMIZER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" y="2985515"/>
            <a:ext cx="7040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BD5E1"/>
                </a:solidFill>
                <a:latin typeface="Aptos"/>
              </a:defRPr>
            </a:pPr>
            <a:r>
              <a:t>Algorithm-driven stock, reorder &amp; priority decisions under budget and capacity constraints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60520"/>
            <a:ext cx="7132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Core Algorithms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Greedy  •  Dynamic Programming  •  Sorting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Python  •  Flask  •  PostgreSQL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E0167D-8F32-1B47-2162-F46431762EE4}"/>
              </a:ext>
            </a:extLst>
          </p:cNvPr>
          <p:cNvSpPr txBox="1"/>
          <p:nvPr/>
        </p:nvSpPr>
        <p:spPr>
          <a:xfrm>
            <a:off x="8823960" y="4617720"/>
            <a:ext cx="273922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Presented by:</a:t>
            </a:r>
          </a:p>
          <a:p>
            <a:r>
              <a:rPr lang="en-US" sz="1600" dirty="0" err="1">
                <a:solidFill>
                  <a:schemeClr val="bg1"/>
                </a:solidFill>
                <a:latin typeface="Arial Narrow" panose="020B0606020202030204" pitchFamily="34" charset="0"/>
              </a:rPr>
              <a:t>J.Laksh</a:t>
            </a:r>
            <a:r>
              <a:rPr lang="en-US" sz="1600" dirty="0">
                <a:solidFill>
                  <a:schemeClr val="bg1"/>
                </a:solidFill>
                <a:latin typeface="Arial Narrow" panose="020B0606020202030204" pitchFamily="34" charset="0"/>
              </a:rPr>
              <a:t> raj</a:t>
            </a:r>
          </a:p>
          <a:p>
            <a:r>
              <a:rPr lang="en-US" sz="16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M.Sai</a:t>
            </a:r>
            <a:r>
              <a:rPr lang="en-US" sz="1600" dirty="0">
                <a:solidFill>
                  <a:schemeClr val="bg1"/>
                </a:solidFill>
                <a:latin typeface="Arial Narrow" panose="020B0606020202030204" pitchFamily="34" charset="0"/>
              </a:rPr>
              <a:t> Vivek</a:t>
            </a:r>
          </a:p>
          <a:p>
            <a:r>
              <a:rPr lang="en-US" sz="1600" dirty="0">
                <a:solidFill>
                  <a:schemeClr val="bg1"/>
                </a:solidFill>
                <a:latin typeface="Arial Narrow" panose="020B0606020202030204" pitchFamily="34" charset="0"/>
              </a:rPr>
              <a:t>N. Hari Chandan</a:t>
            </a:r>
          </a:p>
          <a:p>
            <a:r>
              <a:rPr lang="en-US" sz="1600" dirty="0" err="1">
                <a:solidFill>
                  <a:schemeClr val="bg1"/>
                </a:solidFill>
                <a:latin typeface="Arial Narrow" panose="020B0606020202030204" pitchFamily="34" charset="0"/>
              </a:rPr>
              <a:t>R.Sai</a:t>
            </a:r>
            <a:r>
              <a:rPr lang="en-US" sz="1600" dirty="0">
                <a:solidFill>
                  <a:schemeClr val="bg1"/>
                </a:solidFill>
                <a:latin typeface="Arial Narrow" panose="020B0606020202030204" pitchFamily="34" charset="0"/>
              </a:rPr>
              <a:t> Kiran</a:t>
            </a:r>
            <a:endParaRPr lang="en-IN" sz="16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ptos"/>
              </a:defRPr>
            </a:pPr>
            <a:r>
              <a:t>Turning limited warehouse resources into the best inventory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37160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Business Challenge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Decide which products should be stocked, reordered or prioritized.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Budget and warehouse capacity are limited resources.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High demand, profit, storage space and stock urgency can conflict.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A useful system must explain the decisions—not only output a final number.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4434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72200" y="1325880"/>
            <a:ext cx="5349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37160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Optimization Goal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Maximize expected business value / profit.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Respect total purchase cost and storage capacity.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Make product-level recommendations that users can inspect.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325880"/>
            <a:ext cx="64008" cy="1965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72200" y="3520440"/>
            <a:ext cx="534924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37160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Decision Outputs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STOCK → products worth keeping available.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REORDER → products requiring replenishment.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PRIORITIZE → products that deserve scarce budget/space.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3520440"/>
            <a:ext cx="64008" cy="2240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6556248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WAREHOUSE INVENTORY OPTIMIZER  •  DAA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2881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2.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ptos"/>
              </a:defRPr>
            </a:pPr>
            <a:r>
              <a:t>Requirements mapped directly to the challenge description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37160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Algorithm Demonstration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Implement and demonstrate Greedy, Dynamic Programming and Sorting.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64008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37160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Decision Transparency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Show selected products, ranking, constraints and decision steps.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34440"/>
            <a:ext cx="64008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2834640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37160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Optimization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Maximize objective value while satisfying budget and capacity limits.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834640"/>
            <a:ext cx="64008" cy="1325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2834640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37160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Comparison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Compare solution quality, resource usage and execution time where appropriate.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834640"/>
            <a:ext cx="64008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85800" y="4434840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37160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Usability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Present recommendations in a clear dashboard instead of a raw result.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434840"/>
            <a:ext cx="64008" cy="1325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17920" y="4434840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37160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Data Representation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Represent products, constraints and relationships using suitable structures.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4434840"/>
            <a:ext cx="64008" cy="1325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6556248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WAREHOUSE INVENTORY OPTIMIZER  •  DAA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52881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3. Input Data &amp; 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ptos"/>
              </a:defRPr>
            </a:pPr>
            <a:r>
              <a:t>The prototype converts warehouse information into algorithm-ready records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25880"/>
          <a:ext cx="109270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1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1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10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10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10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10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610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Space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Profit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Demand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Stock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Reorder Level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Laptop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₹50,000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₹8,000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Mouse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₹700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₹250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Keyboard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₹1,800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₹500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Monitor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₹15,000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₹2,500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85800" y="443484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37160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Core Representation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Product records / objects → algorithm input.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Arrays/lists → sorting and ranking.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DP table → stored best subproblem results.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434840"/>
            <a:ext cx="64008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72200" y="443484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37160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Constraints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Budget: maximum purchasing cost.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Capacity: maximum storage usage.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Optional quantity bounds: current stock and reorder quantities.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4434840"/>
            <a:ext cx="64008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556248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WAREHOUSE INVENTORY OPTIMIZER  •  DAA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2881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4. Core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ptos"/>
              </a:defRPr>
            </a:pPr>
            <a:r>
              <a:t>Three algorithmic views of the same inventory decision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37160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Sorting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Organizes products by demand, profit, urgency or priority score.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Supports fast ranking and greedy selection.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Typical comparison sort: O(n log n).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64008" cy="44805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43400" y="12344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37160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Greedy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Repeatedly selects the best locally feasible product.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Example rule: profit-to-cost or value-per-space ratio.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Fast and easy to explain, but may not be globally optimal.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234440"/>
            <a:ext cx="64008" cy="4480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92440" y="12344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37160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Dynamic Programming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Breaks the problem into overlapping subproblems.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Stores best results to avoid repeated work.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Reconstructs the selected products from stored states.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Can provide an optimal solution for the modeled knapsack constraints.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1234440"/>
            <a:ext cx="64008" cy="4480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6556248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WAREHOUSE INVENTORY OPTIMIZER  •  DAA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2881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5. Greedy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ptos"/>
              </a:defRPr>
            </a:pPr>
            <a:r>
              <a:t>Local best choice → feasibility check → repeat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744200" cy="82296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Aptos"/>
              </a:defRPr>
            </a:pPr>
            <a:r>
              <a:t>Priority Score = Expected Profit ÷ Purchase Cost   (example greedy rule)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56032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2468880"/>
            <a:ext cx="1920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Sort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Rank products by priority score.</a:t>
            </a:r>
          </a:p>
        </p:txBody>
      </p:sp>
      <p:sp>
        <p:nvSpPr>
          <p:cNvPr id="8" name="Oval 7"/>
          <p:cNvSpPr/>
          <p:nvPr/>
        </p:nvSpPr>
        <p:spPr>
          <a:xfrm>
            <a:off x="3520440" y="2560320"/>
            <a:ext cx="502920" cy="50292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468880"/>
            <a:ext cx="1920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Select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Pick the highest-ranked feasible product.</a:t>
            </a:r>
          </a:p>
        </p:txBody>
      </p:sp>
      <p:sp>
        <p:nvSpPr>
          <p:cNvPr id="10" name="Oval 9"/>
          <p:cNvSpPr/>
          <p:nvPr/>
        </p:nvSpPr>
        <p:spPr>
          <a:xfrm>
            <a:off x="6263640" y="256032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468880"/>
            <a:ext cx="1920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Check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Verify remaining budget + storage.</a:t>
            </a:r>
          </a:p>
        </p:txBody>
      </p:sp>
      <p:sp>
        <p:nvSpPr>
          <p:cNvPr id="12" name="Oval 11"/>
          <p:cNvSpPr/>
          <p:nvPr/>
        </p:nvSpPr>
        <p:spPr>
          <a:xfrm>
            <a:off x="9006840" y="256032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19" y="2468880"/>
            <a:ext cx="1920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Repeat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Continue until no feasible item remains.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107442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37160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Decision Trace Example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Product B selected → highest feasible score.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Remaining budget and capacity updated → next candidate evaluated.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Each selection is logged so the user can see why the product was chosen.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64008" cy="1600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" y="6556248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WAREHOUSE INVENTORY OPTIMIZER  •  DAA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2881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6. Dynamic 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ptos"/>
              </a:defRPr>
            </a:pPr>
            <a:r>
              <a:t>Systematic optimization with stored subproblem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37160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State Definition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dp[i][b][c] = best objective using first i products with budget b and capacity c.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For each product, compare: exclude it vs. include it if feasible.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Store the better result for reuse.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64008" cy="4480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26480" y="1234440"/>
            <a:ext cx="5394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37160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Transition (conceptual)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Exclude: dp[i−1][b][c]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Include: value[i] + dp[i−1][b−cost][c−space]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Take the better feasible option.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234440"/>
            <a:ext cx="64008" cy="2011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26480" y="3474720"/>
            <a:ext cx="53949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37160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Reconstruction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Start from the final DP state.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Trace backward to identify which products were included.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Display the selected set, total cost, total space and objective value.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3474720"/>
            <a:ext cx="64008" cy="2240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6556248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WAREHOUSE INVENTORY OPTIMIZER  •  DAA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2881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7. Sorting &amp; Algorithm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ptos"/>
              </a:defRPr>
            </a:pPr>
            <a:r>
              <a:t>Sorting provides the ranking layer; Greedy and DP use it differently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280160"/>
          <a:ext cx="521208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126480" y="1234440"/>
            <a:ext cx="5349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37160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Sorting Role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Sort by demand, profit, urgency or a composite score.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Makes ranking and greedy candidate selection efficient.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Supports range queries and dashboard ordering.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234440"/>
            <a:ext cx="64008" cy="1920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26480" y="3383280"/>
            <a:ext cx="53492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37160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Comparison Metrics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Objective value / expected profit.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Budget and capacity utilization.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Number of products selected.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Execution time for increasing input sizes.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3383280"/>
            <a:ext cx="64008" cy="2286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556248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WAREHOUSE INVENTORY OPTIMIZER  •  DAA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2881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8. System Architecture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ptos"/>
              </a:defRPr>
            </a:pPr>
            <a:r>
              <a:t>Python + Flask + PostgreSQL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920240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USER / 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1417320"/>
            <a:ext cx="1920240" cy="7772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FLASK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83480" y="1417320"/>
            <a:ext cx="1920240" cy="7772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OPTIMIZATION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417320"/>
            <a:ext cx="1920240" cy="7772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POSTGRESQL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51760" y="1810512"/>
            <a:ext cx="1828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54880" y="1810512"/>
            <a:ext cx="2286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955279" y="1810512"/>
            <a:ext cx="365761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1520" y="2834640"/>
            <a:ext cx="33832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37160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Frontend / Dashboard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Product input &amp; warehouse constraints.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Rankings, recommendations and decision trace.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Charts for algorithm comparison.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834640"/>
            <a:ext cx="64008" cy="2423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43400" y="2834640"/>
            <a:ext cx="33832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37160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Optimization Engine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Sorting → priority ranking.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Greedy → fast feasible solution.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DP → stored states + reconstruction.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2834640"/>
            <a:ext cx="64008" cy="2423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955279" y="2834640"/>
            <a:ext cx="33832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37160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Database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Products and inventory.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Historical demand / transactions.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Optimization runs and results.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2834640"/>
            <a:ext cx="64008" cy="2423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6556248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WAREHOUSE INVENTORY OPTIMIZER  •  DAA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2881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10. Complexity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ptos"/>
              </a:defRPr>
            </a:pPr>
            <a:r>
              <a:t>How the prototype demonstrates algorithmic thinking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201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Technique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Primary Use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Typical Complexity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Strength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Trade-off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Sorting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Ranking products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O(n log 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Simple + efficient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Ranking alone doesn't optimize constraints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Greedy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Fast feasible selection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O(n log n) with sorting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Fast + explainable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May miss global optimum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Dynamic Programming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Constrained optimization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Depends on budget/capacity state size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Optimal for modeled knapsack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Higher time/memory cost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434840"/>
            <a:ext cx="5349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37160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Evaluation Method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Run algorithms on increasing product counts.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Record objective value, resource utilization and execution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434840"/>
            <a:ext cx="64008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72200" y="4434840"/>
            <a:ext cx="5349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37160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What the Demo Proves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A clear mapping from real-world constraints to DAA techniques.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Visible choices + measurable algorithm behavior.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4434840"/>
            <a:ext cx="64008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556248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WAREHOUSE INVENTORY OPTIMIZER  •  DAA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2881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11. Technology Stack &amp; Implementation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ptos"/>
              </a:defRPr>
            </a:pPr>
            <a:r>
              <a:t>Practical prototype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2743200" cy="6583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280160"/>
            <a:ext cx="7132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Algorithms, data processing, benchmarking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2743200" cy="65836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Flask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2240280"/>
            <a:ext cx="7132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REST API and backend services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54680"/>
            <a:ext cx="2743200" cy="65836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PostgreSQL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200400"/>
            <a:ext cx="7132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Products, inventory, history and results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2743200" cy="65836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HTML / CSS / 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4160520"/>
            <a:ext cx="7132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Interactive dashboard and visualizations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3832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37160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Suggested Modules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products.py → product model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sorting.py → ranking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greedy.py → greedy selection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dp.py → DP optimization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benchmark.py → timing comparison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app.py → Flask routes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database.py → PostgreSQL access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234440"/>
            <a:ext cx="64008" cy="4434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6556248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WAREHOUSE INVENTORY OPTIMIZER  •  DAA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2881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12. Expected Impact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ptos"/>
              </a:defRPr>
            </a:pPr>
            <a:r>
              <a:t>From algorithmic prototype to a decision-support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37160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Expected Impact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Reduce overstock and understock decisions.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Use scarce budget and warehouse capacity more effectively.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Make inventory decisions explainable and auditable.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Demonstrate practical use of DAA concepts.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64008" cy="4480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26480" y="128016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37160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Future Enhancements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Demand forecasting with machine learning.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Dynamic pricing and supplier lead-time modeling.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Multi-warehouse optimization.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Real-time inventory alerts.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What-if simulation for changing budget/capacity.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Aptos"/>
              </a:defRPr>
            </a:pPr>
            <a:r>
              <a:t>• Role-based access and deployment.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280160"/>
            <a:ext cx="64008" cy="4480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56248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WAREHOUSE INVENTORY OPTIMIZER  •  DAA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2881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846320" y="914400"/>
            <a:ext cx="2468880" cy="24688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0" b="1">
                <a:solidFill>
                  <a:srgbClr val="F8FAFC"/>
                </a:solidFill>
              </a:defRPr>
            </a:pPr>
            <a:r>
              <a:t>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8FAFC"/>
                </a:solidFill>
                <a:latin typeface="Aptos Display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6177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Warehouse Inventory Optimizer  |  Greedy • Dynamic Programming • Sorting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1285</Words>
  <Application>Microsoft Office PowerPoint</Application>
  <PresentationFormat>Widescreen</PresentationFormat>
  <Paragraphs>247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Narrow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Akshay raj</cp:lastModifiedBy>
  <cp:revision>2</cp:revision>
  <dcterms:created xsi:type="dcterms:W3CDTF">2013-01-27T09:14:16Z</dcterms:created>
  <dcterms:modified xsi:type="dcterms:W3CDTF">2026-10-03T06:30:58Z</dcterms:modified>
  <cp:category/>
</cp:coreProperties>
</file>